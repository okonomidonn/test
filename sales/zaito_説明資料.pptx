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時間を取ってもらったお礼を言ってから始める。今日は何かを決める場ではないので、気軽に聞いてほしいと伝える。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全体の流れを10秒ほどで見せる。04は相手に話してもらう時間だと先に伝えておく。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ずっと話している思いの部分。自分の言葉で、なぜ地方の学生なのかを話す。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画面共有で実際のzaitoを見せながら話してもいい。数字は話す日の最新に差し替える。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収益はまだないことを正直に言う。直接掲載が本命で、アフィリエイトは選択肢の一つ。料金の金額はまだ決めていない。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今日一番伝えたいこと。強みがないことを正直に認める。次のスライドで、何が足りないのかを話す。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「不」は不満・不便・不安のこと。学生の不と企業の不がかみ合うところに大きなサービスができる、という考え方を話す。元リクルートの起業相談員からの指摘であることも添えるとよい。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相手に話してもらう時間。画面共有を止めてもいい。全部聞かなくていいので、「困っていること」は必ず聞く。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大きな目標と短期の目標を分けて話す。「1人だと失速する」は正直に。次のお願いにつなげる。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関わり方は無限にある、と伝える。相手がやりたいことを聞いて、そこから始める。報酬が出せないことは正直に。収益化の時期や金額は約束しない。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最後に質問がないか聞く。返事の期限を伝えて終える。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za</a:t>
            </a:r>
            <a:pPr indent="0" marL="0">
              <a:buNone/>
            </a:pPr>
            <a:r>
              <a:rPr lang="en-US" sz="3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</a:t>
            </a:r>
            <a:pPr indent="0" marL="0">
              <a:buNone/>
            </a:pPr>
            <a:r>
              <a:rPr lang="en-US" sz="3000" b="1" dirty="0">
                <a:solidFill>
                  <a:srgbClr val="0B1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説明資料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在宅ワークを、大学生にとって当たり前の選択肢に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 代表　鳥居 潤　｜　2026年10月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本日の流れ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　　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00200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zaitoを立ち上げた理由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176272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76272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176272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zaitoの現状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752344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52344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752344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zaitoの課題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328416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328416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地方の学生のアルバイト事情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904488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904488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904488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zaitoの目標とお願い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　zaitoを立ち上げた理由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地方の大学生の、働く選択肢を広げたい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　　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0078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住んでいる場所で、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働く機会に差がある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700784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大学生の約4割が、東京圏の大学に通っている。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良いバイトやインターンも都市に集まり、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地方の学生は、選べる仕事が限られている。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4378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在宅の仕事は、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学生向けではない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843784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既存の在宅ワークのサービスは、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フリーランスや経験者向けの色が強い。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大学生が応募できる仕事は探しにくい。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だから、大学生が応募できる完全在宅の求人だけを集めた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を立ち上げました。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出典：内閣府 地方創生関連資料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zaitoの現状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立ち上げから1週間で、登録者90人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　　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0B1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週間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立ち上げてから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737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90</a:t>
            </a:r>
            <a:pPr indent="0" marL="0">
              <a:buNone/>
            </a:pPr>
            <a:r>
              <a:rPr lang="en-US" sz="20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登録者数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737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0B1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</a:t>
            </a:r>
            <a:pPr indent="0" marL="0">
              <a:buNone/>
            </a:pPr>
            <a:r>
              <a:rPr lang="en-US" sz="20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</a:t>
            </a:r>
            <a:endParaRPr lang="en-US" sz="5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完全在宅の求人（約）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29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広告はほとんど出さず、知人の紹介もなしで集まった90人です。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在宅の仕事を探している大学生は確かにいる、という手応えがあります。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収益の仕組み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いまの収益は0円。企業から料金をいただく形へ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　　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いまの収益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7007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0円（立ち上げて1週間のため）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49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収益の柱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494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企業の求人をzaitoに直接掲載してもらい、料金をいただく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98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ほかの選択肢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7980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ほかの求人サイトへの送客による、アフィリエイト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346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始める時期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3467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登録者1,000人が目安。もっと早く始めることも検討中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895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8953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ずっと無料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　zaitoの課題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このままでは、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「ただの在宅求人サイト」で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終わってしまう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立ち上げて1週間、課題は山ほどあります。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本格的に広げる前に、zaitoの方向性をはっきりさせたい。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　　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　zaitoの課題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大学生の「不」に、まだ寄り添えていない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　　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19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大学生の「不」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21408"/>
            <a:ext cx="2377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働きたいのに、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近くに良い仕事がない。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本当の不満は、まだ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つかみきれていない。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719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企業の「不」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21408"/>
            <a:ext cx="2377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学生を採りたいのに、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出会えていない。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地方の学生には、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特に届きにくい。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377440" cy="0"/>
          </a:xfrm>
          <a:prstGeom prst="line">
            <a:avLst/>
          </a:prstGeom>
          <a:noFill/>
          <a:ln w="25400">
            <a:solidFill>
              <a:srgbClr val="3D5A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719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zaitoがやること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121408"/>
            <a:ext cx="2377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2つの「不」をつなぎ、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不均衡をなくす。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そこに、大きな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サービスの可能性がある。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社会課題を解決する部分を磨くことは、出資を受けるためにも欠かせない。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だから今日、地方の学生の声を聞かせてほしいと思っています。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　地方の学生のアルバイト事情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ここからは、あなたの話を聞かせてください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　　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007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いまの働き方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70078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バイトやインターンはしている？　どうやって探した？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591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まわりの学生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359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どんな仕事が多い？　お金以外に、何を求めている？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175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困っていること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01752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働くうえで、不満や不便はある？　地元にない仕事は？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758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将来のこと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67588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就職先はどこを考えている？　今の仕事は将来につながる？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　zaitoの目標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在宅アルバイトを、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大学生にとって当たり前の選択肢に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　　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665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短期の目標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06654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年内に登録者1,000人。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今のペースなら、届かない数字ではない。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3522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ただ、このままだと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93522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1人で同じことを続けると、どこかで失速する。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特に、本当に届けたい地方の学生に届かない。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78638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学生の「不」を考えることと、学生を集めること。この2つを同時に進めたい。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　お願いしたいこと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協力してもらえることがあれば、一緒にやりたい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　　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学生の声を集める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29968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まわりの学生に話を聞き、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zaitoの強みを一緒に探す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大学に広める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029968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学生団体やコミュニティと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つながりを作る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発信する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029968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SNSや記事で、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在宅ワークの魅力を伝える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企業を探す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10128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学生を募集している企業を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見つけ、営業の準備をする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サービスを作る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310128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使いにくい点や、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ほしい機能を一緒に考える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2377440" cy="0"/>
          </a:xfrm>
          <a:prstGeom prst="line">
            <a:avLst/>
          </a:prstGeom>
          <a:noFill/>
          <a:ln w="25400">
            <a:solidFill>
              <a:srgbClr val="3D5A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ほかにも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310128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やってみたいことがあれば、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何でも相談してください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関わり方は自由です。いまは報酬をお支払いできませんが、収益化したら有償でお願いしたいと考えています。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za</a:t>
            </a:r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</a:t>
            </a:r>
            <a:pPr indent="0" marL="0">
              <a:buNone/>
            </a:pPr>
            <a:r>
              <a:rPr lang="en-US" sz="2000" b="1" dirty="0">
                <a:solidFill>
                  <a:srgbClr val="0B1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次のステップ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zaitoを、一緒に作っていきませんか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1週間以内にお返事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564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今日決める必要はありません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51460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最初の30分を決める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4564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やってみたいことを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一緒に決める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3774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1か月試してみる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4564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続けるかは、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そのあと一緒に決める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zaito 代表　鳥居 潤　｜　info@zaito-work.com　｜　zaito-work.com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zaito 説明資料</dc:title>
  <dc:subject>PptxGenJS Presentation</dc:subject>
  <dc:creator>zaito</dc:creator>
  <cp:lastModifiedBy>zaito</cp:lastModifiedBy>
  <cp:revision>1</cp:revision>
  <dcterms:created xsi:type="dcterms:W3CDTF">2026-10-27T18:51:37Z</dcterms:created>
  <dcterms:modified xsi:type="dcterms:W3CDTF">2026-10-27T18:51:37Z</dcterms:modified>
</cp:coreProperties>
</file>